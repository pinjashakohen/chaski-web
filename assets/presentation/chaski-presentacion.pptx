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0"/>
    <p:sldId id="270" r:id="rId21"/>
    <p:sldId id="271" r:id="rId22"/>
    <p:sldId id="272" r:id="rId23"/>
    <p:sldId id="273" r:id="rId24"/>
    <p:sldId id="268" r:id="rId14"/>
    <p:sldId id="274" r:id="rId25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a.me/51980745805" TargetMode="External"/><Relationship Id="rId3" Type="http://schemas.openxmlformats.org/officeDocument/2006/relationships/hyperlink" Target="https://github.com/pinjashakohen" TargetMode="External"/><Relationship Id="rId4" Type="http://schemas.openxmlformats.org/officeDocument/2006/relationships/hyperlink" Target="https://www.linkedin.com/in/peter-adler-asch-1bb12abb/" TargetMode="External"/><Relationship Id="rId5" Type="http://schemas.openxmlformats.org/officeDocument/2006/relationships/hyperlink" Target="mailto:vitastudens17@gmail.com" TargetMode="External"/><Relationship Id="rId6" Type="http://schemas.openxmlformats.org/officeDocument/2006/relationships/hyperlink" Target="https://pinjasbendavid.carrd.co" TargetMode="External"/><Relationship Id="rId7" Type="http://schemas.openxmlformats.org/officeDocument/2006/relationships/hyperlink" Target="https://pinjaseme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474720" cy="3474720"/>
          </a:xfrm>
          <a:prstGeom prst="ellipse">
            <a:avLst/>
          </a:prstGeom>
          <a:solidFill>
            <a:srgbClr val="1A936F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822960" y="3200400"/>
            <a:ext cx="2560320" cy="2560320"/>
          </a:xfrm>
          <a:prstGeom prst="ellipse">
            <a:avLst/>
          </a:prstGeom>
          <a:solidFill>
            <a:srgbClr val="D4A017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94360" y="1280160"/>
            <a:ext cx="54864" cy="242316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1430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CHASKI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804672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Knowledge Pipeline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Pinjas Knowledge Infrastructure   ·   Comunidad Web3 global desde el día uno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Web3 Bootcamp LatAm  ·  Junio 2026  ·  Presentación de Certificación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¿Cuántas ideas brillantes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están atrapadas para siempre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tus mensajes de voz?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de audio de WhatsApp son invisibles, imposibles de buscar — opacamente escondidos e intocables en un Google Drive que el usuario ni sabe que existe.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457200"/>
            <a:ext cx="2926080" cy="1371600"/>
          </a:xfrm>
          <a:prstGeom prst="rect">
            <a:avLst/>
          </a:prstGeom>
          <a:solidFill>
            <a:srgbClr val="162433"/>
          </a:solidFill>
          <a:ln w="12700">
            <a:solidFill>
              <a:srgbClr val="1A936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760720" y="51206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2B+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760720" y="12070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mundialmente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1993392"/>
            <a:ext cx="2926080" cy="1371600"/>
          </a:xfrm>
          <a:prstGeom prst="rect">
            <a:avLst/>
          </a:prstGeom>
          <a:solidFill>
            <a:srgbClr val="162433"/>
          </a:solidFill>
          <a:ln w="12700">
            <a:solidFill>
              <a:srgbClr val="1A936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0" y="20482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76072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mensajes 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son de voz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3529584"/>
            <a:ext cx="2926080" cy="1371600"/>
          </a:xfrm>
          <a:prstGeom prst="rect">
            <a:avLst/>
          </a:prstGeom>
          <a:solidFill>
            <a:srgbClr val="162433"/>
          </a:solidFill>
          <a:ln w="12700">
            <a:solidFill>
              <a:srgbClr val="1A936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60720" y="35844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760720" y="42793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integradas para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organizarlos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468880" cy="246888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CHASKI?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aplicativo del ecosistema Pinjas Knowledge Infrastructure. Transforma los mensajes de voz y texto de WhatsApp en conocimiento organizado, transcrito, y listo para el mundo. Construido desde el inicio con y para la comunidad Web3 global: propiedad del usuario y datos soberanos.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057400"/>
            <a:ext cx="2011680" cy="54864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1762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📥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Recibe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locales del celular o mensajes enviados al chatbot de WhatsApp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0574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606040" y="2057400"/>
            <a:ext cx="2011680" cy="54864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97480" y="21762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97480" y="2697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Contextualiza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43200" y="3090672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metadata, identifica habladores, elimina problemas de diarization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54880" y="2057400"/>
            <a:ext cx="2011680" cy="54864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46320" y="21762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92040" y="3090672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Transcripciones precisas, manuscritos elegantes, cualquier formato requerido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20574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03720" y="2057400"/>
            <a:ext cx="2011680" cy="54864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95160" y="21762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95160" y="2697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40880" y="3090672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WhatsApp, email, interfaz web/móvil propia, y software para Windows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20240" cy="246888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00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C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ningún app de transcripción ofrece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70048" cy="3291840"/>
          </a:xfrm>
          <a:prstGeom prst="rect">
            <a:avLst/>
          </a:prstGeom>
          <a:solidFill>
            <a:srgbClr val="162433"/>
          </a:solidFill>
          <a:ln w="635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0020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📂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223113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PARSEO DE WHATSAPP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688336"/>
            <a:ext cx="23957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y organiza archivos directamente del celular — desde los archivos ocultos e intocables de WhatsApp que nunca fueron accesibles para el usuario.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70048" cy="3291840"/>
          </a:xfrm>
          <a:prstGeom prst="rect">
            <a:avLst/>
          </a:prstGeom>
          <a:solidFill>
            <a:srgbClr val="162433"/>
          </a:solidFill>
          <a:ln w="635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160020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🎙️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29000" y="223113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 LIMPIA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0" y="2688336"/>
            <a:ext cx="23957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cada archivo de audio con su metadata completa para identificar habladores sin confusión. Calidad superior a cualquier transcriptor genérico del mercado.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70048" cy="3291840"/>
          </a:xfrm>
          <a:prstGeom prst="rect">
            <a:avLst/>
          </a:prstGeom>
          <a:solidFill>
            <a:srgbClr val="162433"/>
          </a:solidFill>
          <a:ln w="635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63640" y="223113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MANUSCRITOS COMPLETOS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2688336"/>
            <a:ext cx="23957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transcripciones — documentos elegantes listos para publicar, registrar copyright digital, y presentar como propiedad intelectual al mundo. Con copyright on-chain inmutable en un clic.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274320"/>
            <a:ext cx="3291840" cy="3291840"/>
          </a:xfrm>
          <a:prstGeom prst="ellipse">
            <a:avLst/>
          </a:prstGeom>
          <a:solidFill>
            <a:srgbClr val="1A936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320040"/>
            <a:ext cx="1737360" cy="246888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32004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 MARCA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"Del caos de WhatsApp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conocimiento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te pertenece."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voz merece ser escuchada. Para siempre.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0" y="4663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9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CHASKI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46888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 necesita CHASKI?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25880"/>
            <a:ext cx="4069080" cy="54864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44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CREADOR AGOTADO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· 28-45 años · LatAm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370332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Emprendedor, coach, profesional o artista creativo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notas de voz con ideas y proyectos valiosos atrapados en WhatsApp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Frustrado con el caos digital y la pérdida constante de contenido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organizar su propiedad intelectual sin horas de trabajo manual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Web3-nativo: valora la soberanía y el copyright digital de su conocimiento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00600" y="1325880"/>
            <a:ext cx="40690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83480" y="1444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WEB3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83480" y="18470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· DAO · Agencia Digital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176272"/>
            <a:ext cx="370332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distribuido que se comunica principalmente por voz en WhatsApp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conocimiento en reuniones, brainstorming y calls diarios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documentación trazable, organizada, y lista para publicar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en comunidades cripto, NFT o ecosistemas descentralizados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herramientas que respeten su privacidad y propiedad de datos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548640"/>
            <a:ext cx="2926080" cy="2926080"/>
          </a:xfrm>
          <a:prstGeom prst="ellipse">
            <a:avLst/>
          </a:prstGeom>
          <a:solidFill>
            <a:srgbClr val="D4A017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320040"/>
            <a:ext cx="1371600" cy="246888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3200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C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teoría. Lo viví yo.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34416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autor y expositor. Durante un año intercambié notas de voz con mi compañero rabino en Israel —ideas, enseñanzas, Torá: 1,185 audios en un solo chat de WhatsApp.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Tomé ese archivo y lo convertí en un manuscrito terminado de 354 páginas: ordenado, con footnotes, listo para publicar y registrar copyright.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200400" cy="36576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97180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9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funciona con un año de Torá en audio, funciona con los miles de chats de cualquier empresa: la misma interfaz transcribe y ordena todo su WhatsApp.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A9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Organizado. Transcrito. Listo para el mundo.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041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Esa es la prueba. Ese es Chaski.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468880" cy="246888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CONTENIDO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semana de lanzamiento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00200"/>
                <a:gridCol w="4617720"/>
                <a:gridCol w="13716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/ TikTok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"¿Cuántas ideas tienes atrapadas en WhatsApp?" — gancho emocional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Twitter/X · Telegram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Thread: El conocimiento que WhatsApp te esconde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/ TikTok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Demo: Audio → Transcripción en tiempo real con CHASKI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futuro de la documentación de conocimiento personal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Artículo 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formas en que CHASKI recupera tu conocimiento perdido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 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Community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Lanzamiento beta: invitación exclusiva a fundadores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directo 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las redes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Testimonio de usuario: antes y después con CHASKI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Story/Reel 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834640" cy="246888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PUBLICACIONES CREADAS CON IA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Generadas con Claude AI · Midjourney · Canva 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651760" cy="35387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61872"/>
            <a:ext cx="2651760" cy="292608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126187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2377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"1,185 mensajes de voz.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click.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organizado."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907792"/>
            <a:ext cx="23774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Gancho visual: caos de notas de voz en pantalla → interfaz CHASKI limpia. Música lofi + texto animado. 15 segundos.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4334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Claude + CapCut IA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261872"/>
            <a:ext cx="2651760" cy="35387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91840" y="1261872"/>
            <a:ext cx="265176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01568" y="126187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CARRUSEL 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609344"/>
            <a:ext cx="2377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"5 cosas que WhatsApp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te dice sobre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tus archivos de audio"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907792"/>
            <a:ext cx="23774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 revelando el problema oculto. Archivos invisibles, pérdida de datos, zero búsqueda. CTA: CHASKI los recupera.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29000" y="4334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Claude + Canva IA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1261872"/>
            <a:ext cx="2651760" cy="35387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1261872"/>
            <a:ext cx="26517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36208" y="126187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🖼️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609344"/>
            <a:ext cx="2377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"Antes / Después: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conocimiento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liberado."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907792"/>
            <a:ext cx="23774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screen: izquierda = caos de WhatsApp. Derecha = interfaz CHASKI organizada. Copy mínimo, impacto máximo.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3640" y="4334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Midjourney + Canva IA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86000" cy="246888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00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COMUNIDAD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Comunidad Web3 + Network Effects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572768"/>
          </a:xfrm>
          <a:prstGeom prst="rect">
            <a:avLst/>
          </a:prstGeom>
          <a:solidFill>
            <a:srgbClr val="162433"/>
          </a:solidFill>
          <a:ln w="6350">
            <a:solidFill>
              <a:srgbClr val="1A936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 Community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es la herramienta. Coherencia total: construimos la comunidad dentro del mismo app que transformamos.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51760" cy="1572768"/>
          </a:xfrm>
          <a:prstGeom prst="rect">
            <a:avLst/>
          </a:prstGeom>
          <a:solidFill>
            <a:srgbClr val="162433"/>
          </a:solidFill>
          <a:ln w="6350">
            <a:solidFill>
              <a:srgbClr val="1A936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Copyright On-Chain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892808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inmutable y verificable en blockchain con un clic, más registro formal por país. Acceso fundador para los primeros 500. Utilidad real, nunca token especulativo.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51760" cy="1572768"/>
          </a:xfrm>
          <a:prstGeom prst="rect">
            <a:avLst/>
          </a:prstGeom>
          <a:solidFill>
            <a:srgbClr val="162433"/>
          </a:solidFill>
          <a:ln w="6350">
            <a:solidFill>
              <a:srgbClr val="1A936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36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Ambassador Program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892808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Creadores en LatAm reciben acceso gratuito a cambio de demos auténticos en sus comunidades.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2651760" cy="1572768"/>
          </a:xfrm>
          <a:prstGeom prst="rect">
            <a:avLst/>
          </a:prstGeom>
          <a:solidFill>
            <a:srgbClr val="162433"/>
          </a:solidFill>
          <a:ln w="6350">
            <a:solidFill>
              <a:srgbClr val="1A936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3227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Telegram + Discord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para comunidades cripto, DAO y builders Web3 en LatAm. Integración con ecosistemas existentes.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3136392"/>
            <a:ext cx="2651760" cy="1572768"/>
          </a:xfrm>
          <a:prstGeom prst="rect">
            <a:avLst/>
          </a:prstGeom>
          <a:solidFill>
            <a:srgbClr val="162433"/>
          </a:solidFill>
          <a:ln w="6350">
            <a:solidFill>
              <a:srgbClr val="1A936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29000" y="3227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Beta → Testimonio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611880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beta tester → testimonio verificado → referido. Cada usuario se convierte en canal de adquisición.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3136392"/>
            <a:ext cx="2651760" cy="1572768"/>
          </a:xfrm>
          <a:prstGeom prst="rect">
            <a:avLst/>
          </a:prstGeom>
          <a:solidFill>
            <a:srgbClr val="162433"/>
          </a:solidFill>
          <a:ln w="6350">
            <a:solidFill>
              <a:srgbClr val="1A936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63640" y="3227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Leaderboard Público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minutos transcritos y conocimiento organizado. Gamificación y social proof orgánico.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00" cy="246888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IA UTILIZADAS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 — IA + desarrollo propio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65176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61872"/>
            <a:ext cx="54864" cy="1673352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389888"/>
            <a:ext cx="1463040" cy="201168"/>
          </a:xfrm>
          <a:prstGeom prst="rect">
            <a:avLst/>
          </a:prstGeom>
          <a:solidFill>
            <a:srgbClr val="1A936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0936" y="13898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&amp; COPY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04825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marca, copy de campaña, generación de documentos y manuscritos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261872"/>
            <a:ext cx="265176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91840" y="1261872"/>
            <a:ext cx="54864" cy="1673352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29000" y="1389888"/>
            <a:ext cx="1463040" cy="201168"/>
          </a:xfrm>
          <a:prstGeom prst="rect">
            <a:avLst/>
          </a:prstGeom>
          <a:solidFill>
            <a:srgbClr val="D4A01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65576" y="13898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4825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de audio de alta fidelidad con speaker diarization avanzada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261872"/>
            <a:ext cx="265176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1261872"/>
            <a:ext cx="54864" cy="167335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63640" y="1389888"/>
            <a:ext cx="1463040" cy="20116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00216" y="13898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FAST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636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Whisper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04825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ultra-rápida para volumen masivo de mensajes de voz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72384"/>
            <a:ext cx="265176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3072384"/>
            <a:ext cx="54864" cy="1673352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4360" y="3200400"/>
            <a:ext cx="1463040" cy="201168"/>
          </a:xfrm>
          <a:prstGeom prst="rect">
            <a:avLst/>
          </a:prstGeom>
          <a:solidFill>
            <a:srgbClr val="E84393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0936" y="32004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436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858768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automáticos: WhatsApp → procesamiento IA → entrega al usuario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072384"/>
            <a:ext cx="265176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291840" y="3072384"/>
            <a:ext cx="54864" cy="1673352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429000" y="3200400"/>
            <a:ext cx="1463040" cy="201168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65576" y="32004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2900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3858768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pair-programming: el fundador escribe y construye el sistema completo. Código propio, trabajo propio.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3072384"/>
            <a:ext cx="265176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126480" y="3072384"/>
            <a:ext cx="54864" cy="16733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263640" y="3200400"/>
            <a:ext cx="1463040" cy="20116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00216" y="32004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PROPIO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6364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VPS + Twilio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3858768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propios y chatbot de WhatsApp — infraestructura desplegada y administrada por el fundador.</a:t>
            </a:r>
            <a:endParaRPr lang="en-US" sz="950" dirty="0"/>
          </a:p>
        </p:txBody>
      </p:sp>
      <p:sp>
        <p:nvSpPr>
          <p:cNvPr id="41" name="TextBox 40"/>
          <p:cNvSpPr txBox="1"/>
          <p:nvPr/>
        </p:nvSpPr>
        <p:spPr>
          <a:xfrm>
            <a:off x="457200" y="4790000"/>
            <a:ext cx="8229600" cy="30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 i="1">
                <a:solidFill>
                  <a:srgbClr val="445566"/>
                </a:solidFill>
              </a:rPr>
              <a:t>Fundador, desarrollador y creador: la IA asiste — la visión, el código y el sistema son míos. (Visual: Midjourney · Canva IA — ver slide 9.)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246888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00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C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MEDIMOS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 del ecosistema CHASKI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4069080" cy="749808"/>
          </a:xfrm>
          <a:prstGeom prst="rect">
            <a:avLst/>
          </a:prstGeom>
          <a:solidFill>
            <a:srgbClr val="162433"/>
          </a:solidFill>
          <a:ln w="381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21792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(Usuarios Activos Mensuales)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— indicador primario de adopción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295144"/>
            <a:ext cx="4069080" cy="749808"/>
          </a:xfrm>
          <a:prstGeom prst="rect">
            <a:avLst/>
          </a:prstGeom>
          <a:solidFill>
            <a:srgbClr val="162433"/>
          </a:solidFill>
          <a:ln w="381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de audio procesados/mes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entregado — nuestra métrica de impacto real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4069080" cy="749808"/>
          </a:xfrm>
          <a:prstGeom prst="rect">
            <a:avLst/>
          </a:prstGeom>
          <a:solidFill>
            <a:srgbClr val="162433"/>
          </a:solidFill>
          <a:ln w="381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1792" y="3209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trial → pago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35112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que paga — valida el product-market fit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4069080" cy="749808"/>
          </a:xfrm>
          <a:prstGeom prst="rect">
            <a:avLst/>
          </a:prstGeom>
          <a:solidFill>
            <a:srgbClr val="162433"/>
          </a:solidFill>
          <a:ln w="381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30 / 60 / 90 días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4361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Stickiness del producto a largo plazo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444752"/>
            <a:ext cx="4069080" cy="749808"/>
          </a:xfrm>
          <a:prstGeom prst="rect">
            <a:avLst/>
          </a:prstGeom>
          <a:solidFill>
            <a:srgbClr val="162433"/>
          </a:solidFill>
          <a:ln w="381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19472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(Net Promoter Score)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Lealtad y probabilidad de recomendación orgánica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95144"/>
            <a:ext cx="4069080" cy="749808"/>
          </a:xfrm>
          <a:prstGeom prst="rect">
            <a:avLst/>
          </a:prstGeom>
          <a:solidFill>
            <a:srgbClr val="162433"/>
          </a:solidFill>
          <a:ln w="381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19472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transcripción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Eficiencia: costo IA vs precio cobrado al cliente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145536"/>
            <a:ext cx="4069080" cy="749808"/>
          </a:xfrm>
          <a:prstGeom prst="rect">
            <a:avLst/>
          </a:prstGeom>
          <a:solidFill>
            <a:srgbClr val="162433"/>
          </a:solidFill>
          <a:ln w="381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19472" y="3209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 activos de comunidad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35112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del ecosistema y red de embajadores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995928"/>
            <a:ext cx="4069080" cy="749808"/>
          </a:xfrm>
          <a:prstGeom prst="rect">
            <a:avLst/>
          </a:prstGeom>
          <a:solidFill>
            <a:srgbClr val="162433"/>
          </a:solidFill>
          <a:ln w="3810">
            <a:solidFill>
              <a:srgbClr val="D4A01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919472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 por usuario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4361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viral — cuántos trae cada cliente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4A017"/>
                </a:solidFill>
                <a:latin typeface="Calibri"/>
              </a:rPr>
              <a:t>EXTENSIÓN INVERSIONISTAS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Georgia"/>
              </a:rPr>
              <a:t>El Ecosistema: Pinjas Knowledge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Un ecosistema de apps para web y móvil — definiendo la categoría: digital janitor / organizational chaos clarifier.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886200" cy="128016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A936F"/>
                </a:solidFill>
                <a:latin typeface="Calibri"/>
              </a:rPr>
              <a:t>1 · CHASKI  (hoy)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WhatsApp knowledge pipeline: transcripción fiel, manuscritos elegantes, archivo ordenado.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920240"/>
            <a:ext cx="3886200" cy="128016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D4A017"/>
                </a:solidFill>
                <a:latin typeface="Calibri"/>
              </a:rPr>
              <a:t>2 · DIGITAL JANITOR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Clarifica el caos organizacional digital: el estrés, la frustración diaria y la pérdida de datos vitales en el sinfín de apps que nos inundan.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3886200" cy="128016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D4A017"/>
                </a:solidFill>
                <a:latin typeface="Calibri"/>
              </a:rPr>
              <a:t>3 · KNOWLEDGE EXPANSION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Bases de conocimiento buscables: tu información conectada, visualizada y accesible.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337560"/>
            <a:ext cx="3886200" cy="128016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A936F"/>
                </a:solidFill>
                <a:latin typeface="Calibri"/>
              </a:rPr>
              <a:t>4 · MANUSCRITOS + COPYRIGHT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Archivos listos para publicación con copyright digital y procedencia verificable.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4A017"/>
                </a:solidFill>
                <a:latin typeface="Calibri"/>
              </a:rPr>
              <a:t>EXTENSIÓN INVERSIONISTAS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Mercado Nuevo — No Competencia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Ni siquiera es cuestión de competir con apps de transcripción: extendemos exponencialmente su capacidad.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886200" cy="118872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94A3B8"/>
                </a:solidFill>
                <a:latin typeface="Calibri"/>
              </a:rPr>
              <a:t>ELLOS (TurboScribe, Otter)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Transcriben un archivo a la vez. No tocan WhatsApp. No producen manuscritos. No ordenan tu archivo.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57400"/>
            <a:ext cx="3886200" cy="118872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A936F"/>
                </a:solidFill>
                <a:latin typeface="Calibri"/>
              </a:rPr>
              <a:t>CHASKI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Parsing de archivos de WhatsApp + producción de manuscritos de una forma nunca previamente vista.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017"/>
                </a:solidFill>
                <a:latin typeface="Calibri"/>
              </a:rPr>
              <a:t>Para el usuario agotado, quizá desordenado, súper full: una UX poderosa, atractiva y transformativa para la salud mental y el nivel de estrés de todo cliente empresarial e individual.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4A017"/>
                </a:solidFill>
                <a:latin typeface="Calibri"/>
              </a:rPr>
              <a:t>EXTENSIÓN INVERSIONISTAS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Roadmap — Corto · Mediano · Largo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06040" cy="301752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1A936F"/>
                </a:solidFill>
                <a:latin typeface="Calibri"/>
              </a:rPr>
              <a:t>0–6 MESES · DEMOSTRAR</a:t>
            </a:r>
          </a:p>
          <a:p>
            <a:r>
              <a:rPr sz="1100">
                <a:solidFill>
                  <a:srgbClr val="FFFFFF"/>
                </a:solidFill>
                <a:latin typeface="Calibri"/>
              </a:rPr>
              <a:t>MVP bot + web app móvil.
Prueba real: 1,185 audios → 354 pp.
100 waitlist · 20 entrevistas.
Primeros clientes concierge.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54480"/>
            <a:ext cx="2606040" cy="301752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D4A017"/>
                </a:solidFill>
                <a:latin typeface="Calibri"/>
              </a:rPr>
              <a:t>6–18 MESES · EXPANDIR</a:t>
            </a:r>
          </a:p>
          <a:p>
            <a:r>
              <a:rPr sz="1100">
                <a:solidFill>
                  <a:srgbClr val="FFFFFF"/>
                </a:solidFill>
                <a:latin typeface="Calibri"/>
              </a:rPr>
              <a:t>Extracción completa del celular.
Software Windows.
Lanzamiento Digital Janitor.
Expansión EN + HE.
1,000 usuarios · MRR sostenible.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2606040" cy="301752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1A936F"/>
                </a:solidFill>
                <a:latin typeface="Calibri"/>
              </a:rPr>
              <a:t>18M–5 AÑOS · DEFINIR EL MERCADO</a:t>
            </a:r>
          </a:p>
          <a:p>
            <a:r>
              <a:rPr sz="1100">
                <a:solidFill>
                  <a:srgbClr val="FFFFFF"/>
                </a:solidFill>
                <a:latin typeface="Calibri"/>
              </a:rPr>
              <a:t>Suite completa de 4 productos.
B2B institucional + API.
10,000+ usuarios.
3 idiomas · 3 continentes.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4A017"/>
                </a:solidFill>
                <a:latin typeface="Calibri"/>
              </a:rPr>
              <a:t>EXTENSIÓN INVERSIONISTAS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Modelo de Negocio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06040" cy="228600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1A936F"/>
                </a:solidFill>
                <a:latin typeface="Calibri"/>
              </a:rPr>
              <a:t>HOY · CONCIERGE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Servicio de transcripción y recuperación de conocimiento. Entrega 3–5 días. Ingreso inmediato.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54480"/>
            <a:ext cx="2606040" cy="228600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D4A017"/>
                </a:solidFill>
                <a:latin typeface="Calibri"/>
              </a:rPr>
              <a:t>FASE 2 · SAAS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Suscripción freemium + planes pro. Interfaz tipo TurboScribe pero con más opciones.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2606040" cy="228600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1A936F"/>
                </a:solidFill>
                <a:latin typeface="Calibri"/>
              </a:rPr>
              <a:t>FASE 3 · B2B + API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Instituciones, empresas, archivos orales. Licenciamiento del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Calibri"/>
              </a:rPr>
              <a:t>Costos MVP casi cero: Whisper local + Vercel + Supabase. El demo Shmuel financia y valida la automatización.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4A017"/>
                </a:solidFill>
                <a:latin typeface="Calibri"/>
              </a:rPr>
              <a:t>EXTENSIÓN INVERSIONISTAS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 Pedido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86200" cy="137160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A936F"/>
                </a:solidFill>
                <a:latin typeface="Calibri"/>
              </a:rPr>
              <a:t>SOCIOS PILOTO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Empresas e individuos con archivos de WhatsApp valiosos: ventas, enseñanza, investigación, comunidades.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554480"/>
            <a:ext cx="3886200" cy="1371600"/>
          </a:xfrm>
          <a:prstGeom prst="roundRect">
            <a:avLst/>
          </a:prstGeom>
          <a:solidFill>
            <a:srgbClr val="162433"/>
          </a:solidFill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D4A017"/>
                </a:solidFill>
                <a:latin typeface="Calibri"/>
              </a:rPr>
              <a:t>MENTORES + CAPITAL SEMILLA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Distribución LatAm y capital para acelerar la automatización del pipeline y el lanzamiento trilingüe ES/EN/HE.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Tu conocimiento merece ser recuperado.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4A017"/>
                </a:solidFill>
                <a:latin typeface="Calibri"/>
              </a:rPr>
              <a:t>pinjasemet.com  ·  vitastudens17@gmail.com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640080"/>
            <a:ext cx="3657600" cy="3657600"/>
          </a:xfrm>
          <a:prstGeom prst="ellipse">
            <a:avLst/>
          </a:prstGeom>
          <a:solidFill>
            <a:srgbClr val="1A936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05840" y="2377440"/>
            <a:ext cx="3200400" cy="3200400"/>
          </a:xfrm>
          <a:prstGeom prst="ellipse">
            <a:avLst/>
          </a:prstGeom>
          <a:solidFill>
            <a:srgbClr val="D4A017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21792" y="804672"/>
            <a:ext cx="54864" cy="288036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68580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CHASKI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Knowledge Pipeline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Pinjas Knowledge Infrastructure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880360"/>
            <a:ext cx="4114800" cy="877824"/>
          </a:xfrm>
          <a:prstGeom prst="rect">
            <a:avLst/>
          </a:prstGeom>
          <a:solidFill>
            <a:srgbClr val="1A936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2880360"/>
            <a:ext cx="4114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pinjasemet.com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vitastudens17@gmail.com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4069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chaskis llevaron el conocimiento del Imperio Inca a través de distancias imposibles.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Hoy, CHASKI lleva tu conocimiento al futuro.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766560" y="-640080"/>
            <a:ext cx="3657600" cy="3657600"/>
          </a:xfrm>
          <a:prstGeom prst="ellipse">
            <a:avLst/>
          </a:prstGeom>
          <a:solidFill>
            <a:srgbClr val="1A936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05840" y="2377440"/>
            <a:ext cx="3200400" cy="3200400"/>
          </a:xfrm>
          <a:prstGeom prst="ellipse">
            <a:avLst/>
          </a:prstGeom>
          <a:solidFill>
            <a:srgbClr val="D4A017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21792" y="804672"/>
            <a:ext cx="54864" cy="288036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Box 4"/>
          <p:cNvSpPr txBox="1"/>
          <p:nvPr/>
        </p:nvSpPr>
        <p:spPr>
          <a:xfrm>
            <a:off x="804672" y="310896"/>
            <a:ext cx="74980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D4A017"/>
                </a:solidFill>
                <a:latin typeface="Georgia"/>
              </a:rPr>
              <a:t>CHASKI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FFFFFF"/>
                </a:solidFill>
                <a:latin typeface="Georgia"/>
              </a:rPr>
              <a:t>El espíritu del mensajero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73936"/>
            <a:ext cx="7589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1" i="0">
                <a:solidFill>
                  <a:srgbClr val="D4A017"/>
                </a:solidFill>
                <a:latin typeface="Calibri"/>
              </a:rPr>
              <a:t>Una marca, dos caminos. </a:t>
            </a:r>
            <a:r>
              <a:rPr sz="1200" b="0" i="0">
                <a:solidFill>
                  <a:srgbClr val="94A3B8"/>
                </a:solidFill>
                <a:latin typeface="Calibri"/>
              </a:rPr>
              <a:t>Recuperar el conocimiento atrapado en WhatsApp — y cultivar, producir, distribuir y educar sobre la medicina sagrada del Perú: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maca negra · moringa · muña.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42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D4A017"/>
                </a:solidFill>
                <a:latin typeface="Calibri"/>
              </a:rPr>
              <a:t>CONECTEMOS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26110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D4A017"/>
                </a:solidFill>
                <a:latin typeface="Calibri"/>
              </a:rPr>
              <a:t>Mucho más por llegar: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5 sitios web + redes en camino. Sigue revisando mis materiales — conectemos.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68172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Georgia"/>
              </a:rPr>
              <a:t>Los chaskis llevaron el conocimiento del Imperio Inca a través de distancias imposibles. Hoy, Chaski lleva el tuyo al mundo.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52928"/>
            <a:ext cx="7772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A936F"/>
                </a:solidFill>
                <a:latin typeface="Calibri"/>
              </a:rPr>
              <a:t>WhatsApp   </a:t>
            </a:r>
            <a:r>
              <a:rPr sz="1250">
                <a:solidFill>
                  <a:srgbClr val="FFFFFF"/>
                </a:solidFill>
                <a:latin typeface="Calibri"/>
                <a:hlinkClick r:id="rId2"/>
              </a:rPr>
              <a:t>+51 980 745 805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1A936F"/>
                </a:solidFill>
                <a:latin typeface="Calibri"/>
              </a:rPr>
              <a:t>GitHub   </a:t>
            </a:r>
            <a:r>
              <a:rPr sz="1250">
                <a:solidFill>
                  <a:srgbClr val="FFFFFF"/>
                </a:solidFill>
                <a:latin typeface="Calibri"/>
                <a:hlinkClick r:id="rId3"/>
              </a:rPr>
              <a:t>github.com/pinjashakohen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1A936F"/>
                </a:solidFill>
                <a:latin typeface="Calibri"/>
              </a:rPr>
              <a:t>LinkedIn   </a:t>
            </a:r>
            <a:r>
              <a:rPr sz="1250">
                <a:solidFill>
                  <a:srgbClr val="FFFFFF"/>
                </a:solidFill>
                <a:latin typeface="Calibri"/>
                <a:hlinkClick r:id="rId4"/>
              </a:rPr>
              <a:t>Peter Adler Asch — linkedin.com/in/peter-adler-asch-1bb12abb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1A936F"/>
                </a:solidFill>
                <a:latin typeface="Calibri"/>
              </a:rPr>
              <a:t>Email   </a:t>
            </a:r>
            <a:r>
              <a:rPr sz="1250">
                <a:solidFill>
                  <a:srgbClr val="FFFFFF"/>
                </a:solidFill>
                <a:latin typeface="Calibri"/>
                <a:hlinkClick r:id="rId5"/>
              </a:rPr>
              <a:t>vitastudens17@gmail.com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1A936F"/>
                </a:solidFill>
                <a:latin typeface="Calibri"/>
              </a:rPr>
              <a:t>Web   </a:t>
            </a:r>
            <a:r>
              <a:rPr sz="1250">
                <a:solidFill>
                  <a:srgbClr val="FFFFFF"/>
                </a:solidFill>
                <a:latin typeface="Calibri"/>
                <a:hlinkClick r:id="rId6"/>
              </a:rPr>
              <a:t>pinjasbendavid.carrd.co</a:t>
            </a:r>
            <a:r>
              <a:rPr sz="1250">
                <a:solidFill>
                  <a:srgbClr val="FFFFFF"/>
                </a:solidFill>
                <a:latin typeface="Calibri"/>
              </a:rPr>
              <a:t>   ·   </a:t>
            </a:r>
            <a:r>
              <a:rPr sz="1250">
                <a:solidFill>
                  <a:srgbClr val="FFFFFF"/>
                </a:solidFill>
                <a:latin typeface="Calibri"/>
                <a:hlinkClick r:id="rId7"/>
              </a:rPr>
              <a:t>pinjasemet.com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CHASKY — Web3 MKT Bootcamp LatAm 2026</dc:title>
  <dc:subject>PptxGenJS Presentation</dc:subject>
  <dc:creator>PptxGenJS</dc:creator>
  <cp:lastModifiedBy>PptxGenJS</cp:lastModifiedBy>
  <cp:revision>1</cp:revision>
  <dcterms:created xsi:type="dcterms:W3CDTF">2026-06-12T01:16:40Z</dcterms:created>
  <dcterms:modified xsi:type="dcterms:W3CDTF">2026-06-12T01:16:40Z</dcterms:modified>
</cp:coreProperties>
</file>